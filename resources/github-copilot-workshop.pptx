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651" r:id="rId10"/>
    <p:sldId id="652" r:id="rId17"/>
    <p:sldId id="653" r:id="rId18"/>
    <p:sldId id="654" r:id="rId19"/>
    <p:sldId id="655" r:id="rId20"/>
    <p:sldId id="656" r:id="rId21"/>
    <p:sldId id="657" r:id="rId22"/>
    <p:sldId id="658" r:id="rId23"/>
    <p:sldId id="659" r:id="rId24"/>
    <p:sldId id="660" r:id="rId25"/>
    <p:sldId id="661" r:id="rId26"/>
    <p:sldId id="662" r:id="rId27"/>
    <p:sldId id="663" r:id="rId28"/>
    <p:sldId id="582" r:id="rId11"/>
  </p:sldIdLst>
  <p:sldSz cx="12188825" cy="6858000"/>
  <p:notesSz cx="6858000" cy="9144000"/>
  <p:defaultTextStyle>
    <a:defPPr>
      <a:defRPr lang="en-US"/>
    </a:defPPr>
    <a:lvl1pPr marL="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orient="horz" pos="264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pos="7439" userDrawn="1">
          <p15:clr>
            <a:srgbClr val="A4A3A4"/>
          </p15:clr>
        </p15:guide>
        <p15:guide id="6" pos="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18DD4D"/>
    <a:srgbClr val="F59733"/>
    <a:srgbClr val="F5BE4F"/>
    <a:srgbClr val="E4EBE6"/>
    <a:srgbClr val="101411"/>
    <a:srgbClr val="909692"/>
    <a:srgbClr val="FFFFFF"/>
    <a:srgbClr val="5A61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552" y="184"/>
      </p:cViewPr>
      <p:guideLst>
        <p:guide orient="horz" pos="2160"/>
        <p:guide orient="horz" pos="4056"/>
        <p:guide orient="horz" pos="264"/>
        <p:guide pos="3839"/>
        <p:guide pos="7439"/>
        <p:guide pos="2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14FC2-20DA-5B43-91CB-9B0F7151D391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C53A8-59A0-4A49-BAB4-A832A26A8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E9A1-CDD3-D67A-FB58-F9AF358F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85E67-35A9-B904-3DEF-0E02A7D09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0504-42D5-DAF1-2231-BB7DAECF1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44388-6DA1-7E17-8B6B-5B6710C2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46284"/>
      </p:ext>
    </p:extLst>
  </p:cSld>
  <p:clrMapOvr>
    <a:masterClrMapping/>
  </p:clrMapOvr>
</p:note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3A06B34-F03E-5DC7-2F93-8740C8F864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4700" y="318247"/>
            <a:ext cx="726126" cy="5804124"/>
          </a:xfrm>
          <a:prstGeom prst="rect">
            <a:avLst/>
          </a:prstGeom>
        </p:spPr>
        <p:txBody>
          <a:bodyPr/>
          <a:lstStyle>
            <a:lvl1pPr>
              <a:defRPr sz="2799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01</a:t>
            </a:r>
          </a:p>
          <a:p>
            <a:pPr lvl="0"/>
            <a:r>
              <a:rPr lang="en-US" dirty="0"/>
              <a:t>02</a:t>
            </a:r>
          </a:p>
          <a:p>
            <a:pPr lvl="0"/>
            <a:r>
              <a:rPr lang="en-US" dirty="0"/>
              <a:t>03</a:t>
            </a:r>
          </a:p>
          <a:p>
            <a:pPr lvl="0"/>
            <a:r>
              <a:rPr lang="en-US" dirty="0"/>
              <a:t>04</a:t>
            </a:r>
          </a:p>
          <a:p>
            <a:pPr lvl="0"/>
            <a:r>
              <a:rPr lang="en-US" dirty="0"/>
              <a:t>05</a:t>
            </a:r>
          </a:p>
          <a:p>
            <a:pPr lvl="0"/>
            <a:r>
              <a:rPr lang="en-US" dirty="0"/>
              <a:t>06</a:t>
            </a:r>
          </a:p>
          <a:p>
            <a:pPr lvl="0"/>
            <a:r>
              <a:rPr lang="en-US" dirty="0"/>
              <a:t>07</a:t>
            </a:r>
          </a:p>
          <a:p>
            <a:pPr lvl="0"/>
            <a:r>
              <a:rPr lang="en-US" dirty="0"/>
              <a:t>08</a:t>
            </a:r>
          </a:p>
          <a:p>
            <a:pPr lvl="0"/>
            <a:r>
              <a:rPr lang="en-US" dirty="0"/>
              <a:t>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9222-7B60-0287-B5CD-B9A22C449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26" y="318247"/>
            <a:ext cx="6650234" cy="5804124"/>
          </a:xfrm>
          <a:prstGeom prst="rect">
            <a:avLst/>
          </a:prstGeom>
        </p:spPr>
        <p:txBody>
          <a:bodyPr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799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 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 </a:t>
            </a:r>
          </a:p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974D1-2B3B-9B4D-272E-11CF159EBA96}"/>
              </a:ext>
            </a:extLst>
          </p:cNvPr>
          <p:cNvSpPr/>
          <p:nvPr userDrawn="1"/>
        </p:nvSpPr>
        <p:spPr>
          <a:xfrm>
            <a:off x="4075384" y="-2"/>
            <a:ext cx="9144" cy="6455440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169222-62F0-2EFF-01A8-8D6A3B1B695C}"/>
              </a:ext>
            </a:extLst>
          </p:cNvPr>
          <p:cNvSpPr txBox="1"/>
          <p:nvPr userDrawn="1"/>
        </p:nvSpPr>
        <p:spPr>
          <a:xfrm>
            <a:off x="407766" y="318247"/>
            <a:ext cx="3250890" cy="1996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spc="0" dirty="0">
                <a:latin typeface="Mona Sans Display" pitchFamily="2" charset="77"/>
                <a:cs typeface="Mona Sans Display" pitchFamily="2" charset="77"/>
              </a:rPr>
              <a:t>Session</a:t>
            </a:r>
            <a:br>
              <a:rPr lang="en-US" sz="6000" spc="0" dirty="0">
                <a:latin typeface="Mona Sans Display" pitchFamily="2" charset="77"/>
                <a:cs typeface="Mona Sans Display" pitchFamily="2" charset="77"/>
              </a:rPr>
            </a:br>
            <a:r>
              <a:rPr lang="en-US" sz="6000" spc="0" dirty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rPr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8BEDA9-9E4A-4AB3-2AC5-BA36C010D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8B612C-5E67-5414-731A-C9339B410D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A91557B-968A-5EC0-CAFB-09897FC08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73D074C2-03EF-908D-252E-5ED8D14F44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375681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260" y="419100"/>
            <a:ext cx="11384657" cy="594249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80000"/>
              </a:lnSpc>
              <a:defRPr sz="9600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Section 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0248E-07E8-06F9-9AAF-0C1CD1671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EE7DE-452C-214F-7F38-C14C82A42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7749530-64E1-E47A-E8E6-06385AE5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7249D01-C24C-14C8-0425-CFAD66343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459713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914" y="638739"/>
            <a:ext cx="11811000" cy="558052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59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Large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E4003-1D40-7897-1FC6-FF65C90164F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37B27-DEEB-9467-E362-1A2C671792C0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03487B-C5AC-7790-7D60-2DFC60A1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0E4617F-1087-AA0E-4F82-FDB96276CB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19156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34954D9-5464-08AC-379C-E489C279BA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4422" y="5591395"/>
            <a:ext cx="10966301" cy="27462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cap="all" baseline="0"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9571EA7-B72C-D131-8322-3D06E76D2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422" y="5885128"/>
            <a:ext cx="10966301" cy="198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i="0">
                <a:solidFill>
                  <a:schemeClr val="bg2"/>
                </a:solidFill>
                <a:latin typeface="Mona Sans Display Medium" pitchFamily="2" charset="77"/>
                <a:cs typeface="Mona Sans Display Medium" pitchFamily="2" charset="77"/>
              </a:defRPr>
            </a:lvl1pPr>
          </a:lstStyle>
          <a:p>
            <a:pPr lvl="0"/>
            <a:r>
              <a:rPr lang="en-US" dirty="0"/>
              <a:t>Position, 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A03BD-A60F-44E7-018A-BD2CBD3368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8101" y="742198"/>
            <a:ext cx="11373816" cy="451810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90000"/>
              </a:lnSpc>
              <a:defRPr sz="4000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r>
              <a:rPr lang="en-US" dirty="0">
                <a:effectLst/>
              </a:rPr>
              <a:t>Quote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D8849-19D6-3DB8-F712-BB8AFDC7B6FB}"/>
              </a:ext>
            </a:extLst>
          </p:cNvPr>
          <p:cNvSpPr/>
          <p:nvPr userDrawn="1"/>
        </p:nvSpPr>
        <p:spPr>
          <a:xfrm>
            <a:off x="406844" y="5416705"/>
            <a:ext cx="11375136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244F3B-5574-D60C-496B-BA64FBD50873}"/>
              </a:ext>
            </a:extLst>
          </p:cNvPr>
          <p:cNvSpPr>
            <a:spLocks noChangeAspect="1"/>
          </p:cNvSpPr>
          <p:nvPr userDrawn="1"/>
        </p:nvSpPr>
        <p:spPr>
          <a:xfrm>
            <a:off x="408101" y="5604010"/>
            <a:ext cx="100584" cy="1005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4E493-E256-32B5-1992-A6C48DEF983D}"/>
              </a:ext>
            </a:extLst>
          </p:cNvPr>
          <p:cNvSpPr txBox="1"/>
          <p:nvPr userDrawn="1"/>
        </p:nvSpPr>
        <p:spPr>
          <a:xfrm>
            <a:off x="406844" y="312753"/>
            <a:ext cx="4376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dirty="0">
                <a:solidFill>
                  <a:schemeClr val="accent4"/>
                </a:solidFill>
                <a:latin typeface="Mona Sans Mono" pitchFamily="2" charset="77"/>
                <a:cs typeface="Mona Sans Mono" pitchFamily="2" charset="77"/>
              </a:rPr>
              <a:t>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A1586-AB10-D73C-47FC-C9BAECEEBEC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21977-F51E-64FE-277C-01196E3B2C7D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48EA89-4140-7741-04A5-8ED8F55F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6961406F-D562-12AC-E0BF-40EBD73275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89459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15C-F79F-EF95-C150-B736579DE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5" y="1710900"/>
            <a:ext cx="11379581" cy="4327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b="0" i="0"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2"/>
            <a:ext cx="11379581" cy="8820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98096A-EB77-2988-E973-712F920E03D6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36FFD-B727-AF7E-0762-C05EBCC63754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8028FE2-3C44-1632-9C9F-DFC20E121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DDFA664-421F-1BD4-3BD9-BA4207472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699456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15C-F79F-EF95-C150-B736579DEC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5" y="1710900"/>
            <a:ext cx="11379581" cy="432758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 dirty="0"/>
              <a:t>Subtitle information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2"/>
            <a:ext cx="11379581" cy="8820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56353-DF1C-180C-3167-5E6573ECF7A1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36C9A-CC3C-D5F3-83AB-AA20DD9C31E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84EFCAB-3783-2D7E-DBF5-88A127A2A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AEE5DD3E-67D1-B640-D57E-57FB6279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235496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1"/>
            <a:ext cx="11379581" cy="20299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0AB04BB2-EF53-0D5F-59AC-612F1848D9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337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1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A40452B-ED90-469F-6FAA-80B8552227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336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21" name="Picture Placeholder 24">
            <a:extLst>
              <a:ext uri="{FF2B5EF4-FFF2-40B4-BE49-F238E27FC236}">
                <a16:creationId xmlns:a16="http://schemas.microsoft.com/office/drawing/2014/main" id="{AA8835A6-7564-FBB3-C7DB-66E47AB839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023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6253A00-68D8-34BB-947A-3462DCDAB2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36478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2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65E2F00-7AA3-A63B-4D7F-E2206B2EF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36478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7B0342ED-70BE-90A3-61AE-9A2D42729F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336478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7DC6B249-9DE5-660E-0650-A0F2DF3B0C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70621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3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394F6281-C0BE-89EE-B80A-B04ED0CF44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270620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DD98A046-8385-0A6F-8A11-D4E817912FF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270620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7F840-3FA3-77FB-6659-E6F0B065496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CB20A-93D3-E8E5-079A-5288DC530F27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B935AA-48B6-76D6-A895-F37AF71DC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014E534-E86B-3A92-D4F9-0462C67CB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508769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arge number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88CB-F3F2-5FB8-78E6-64E42AA5E5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5968" y="2611538"/>
            <a:ext cx="3522861" cy="14711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997" b="1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XXM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D9DF57F3-1E44-C033-5023-8EF713AC4B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785" y="4099038"/>
            <a:ext cx="3522861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And/or statement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A482C643-6B38-06B6-2B21-1483669C08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165" y="4099038"/>
            <a:ext cx="3530127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And/or statement here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595165F-AFA9-1B2F-9020-CFEC02BE6B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5446" y="4099038"/>
            <a:ext cx="3521994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marL="0" marR="0" lvl="0" indent="0" algn="ctr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And/or statement here</a:t>
            </a:r>
          </a:p>
          <a:p>
            <a:pPr lvl="0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D7B78C5-0FDC-6471-94B3-E902B1BD0C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7532" y="2625534"/>
            <a:ext cx="3530127" cy="14431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7997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XXM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0394964-E1A5-875B-9A69-D1E5F2BD9B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65445" y="2625534"/>
            <a:ext cx="3516472" cy="14431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7997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XXM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EE935C4F-12DD-E12D-84FB-2551C12320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2335" y="2023286"/>
            <a:ext cx="3522861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630124DD-0733-3A07-F9C7-A0560BA37F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25715" y="2023286"/>
            <a:ext cx="3530127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FE6E5591-1F23-FE5F-8FF8-461F0CF692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59996" y="2023286"/>
            <a:ext cx="3521994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BF1E2-90EA-7E73-DC12-91B1E2A91052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F3F83-A4A9-D286-D8F8-2D20F32AA77A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63C94F3-CC00-4073-F7F1-96ACAA8D2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9B8A306-E638-F972-178B-8CF7F4CE48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4504417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CB5CF14-4ACC-C0C7-A4E6-F8682B0F7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496" y="6801"/>
            <a:ext cx="12175156" cy="68485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2D8A4D9-8F32-DB59-469B-BCA2D87FFC83}"/>
              </a:ext>
            </a:extLst>
          </p:cNvPr>
          <p:cNvGrpSpPr/>
          <p:nvPr userDrawn="1"/>
        </p:nvGrpSpPr>
        <p:grpSpPr>
          <a:xfrm>
            <a:off x="2626202" y="2690659"/>
            <a:ext cx="7180585" cy="1476686"/>
            <a:chOff x="3041202" y="2545895"/>
            <a:chExt cx="7182456" cy="147668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9F3F46-321F-6EC5-9894-AF5FFF219143}"/>
                </a:ext>
              </a:extLst>
            </p:cNvPr>
            <p:cNvSpPr txBox="1"/>
            <p:nvPr/>
          </p:nvSpPr>
          <p:spPr>
            <a:xfrm>
              <a:off x="4421886" y="2545895"/>
              <a:ext cx="5801772" cy="14766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sz="8996" b="0" i="0" dirty="0">
                  <a:latin typeface="Mona Sans Display" pitchFamily="2" charset="77"/>
                  <a:cs typeface="Mona Sans Display" pitchFamily="2" charset="77"/>
                </a:rPr>
                <a:t>Thank you</a:t>
              </a:r>
            </a:p>
          </p:txBody>
        </p:sp>
        <p:sp>
          <p:nvSpPr>
            <p:cNvPr id="31" name="Google Shape;1673;p69">
              <a:extLst>
                <a:ext uri="{FF2B5EF4-FFF2-40B4-BE49-F238E27FC236}">
                  <a16:creationId xmlns:a16="http://schemas.microsoft.com/office/drawing/2014/main" id="{C4035D34-7DC7-F577-0A06-C1DA67A89D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1202" y="2702892"/>
              <a:ext cx="1178629" cy="1162690"/>
            </a:xfrm>
            <a:custGeom>
              <a:avLst/>
              <a:gdLst/>
              <a:ahLst/>
              <a:cxnLst/>
              <a:rect l="l" t="t" r="r" b="b"/>
              <a:pathLst>
                <a:path w="212020" h="209153" extrusionOk="0">
                  <a:moveTo>
                    <a:pt x="106010" y="0"/>
                  </a:moveTo>
                  <a:cubicBezTo>
                    <a:pt x="47387" y="0"/>
                    <a:pt x="0" y="47733"/>
                    <a:pt x="0" y="106781"/>
                  </a:cubicBezTo>
                  <a:cubicBezTo>
                    <a:pt x="0" y="154009"/>
                    <a:pt x="30361" y="193958"/>
                    <a:pt x="72488" y="208090"/>
                  </a:cubicBezTo>
                  <a:cubicBezTo>
                    <a:pt x="77748" y="209152"/>
                    <a:pt x="79687" y="205805"/>
                    <a:pt x="79687" y="202963"/>
                  </a:cubicBezTo>
                  <a:cubicBezTo>
                    <a:pt x="79687" y="200493"/>
                    <a:pt x="79501" y="192019"/>
                    <a:pt x="79501" y="183174"/>
                  </a:cubicBezTo>
                  <a:cubicBezTo>
                    <a:pt x="50017" y="189549"/>
                    <a:pt x="43881" y="170451"/>
                    <a:pt x="43881" y="170451"/>
                  </a:cubicBezTo>
                  <a:cubicBezTo>
                    <a:pt x="39126" y="158073"/>
                    <a:pt x="32114" y="154885"/>
                    <a:pt x="32114" y="154885"/>
                  </a:cubicBezTo>
                  <a:cubicBezTo>
                    <a:pt x="22472" y="148351"/>
                    <a:pt x="32831" y="148351"/>
                    <a:pt x="32831" y="148351"/>
                  </a:cubicBezTo>
                  <a:cubicBezTo>
                    <a:pt x="43535" y="149042"/>
                    <a:pt x="49140" y="159295"/>
                    <a:pt x="49140" y="159295"/>
                  </a:cubicBezTo>
                  <a:cubicBezTo>
                    <a:pt x="58623" y="175577"/>
                    <a:pt x="73896" y="170982"/>
                    <a:pt x="80032" y="168140"/>
                  </a:cubicBezTo>
                  <a:cubicBezTo>
                    <a:pt x="80908" y="161234"/>
                    <a:pt x="83724" y="156479"/>
                    <a:pt x="86699" y="153823"/>
                  </a:cubicBezTo>
                  <a:cubicBezTo>
                    <a:pt x="63191" y="151353"/>
                    <a:pt x="38436" y="142162"/>
                    <a:pt x="38436" y="101123"/>
                  </a:cubicBezTo>
                  <a:cubicBezTo>
                    <a:pt x="38436" y="89462"/>
                    <a:pt x="42659" y="79926"/>
                    <a:pt x="49326" y="72489"/>
                  </a:cubicBezTo>
                  <a:cubicBezTo>
                    <a:pt x="48264" y="69833"/>
                    <a:pt x="44571" y="58863"/>
                    <a:pt x="50362" y="44200"/>
                  </a:cubicBezTo>
                  <a:cubicBezTo>
                    <a:pt x="50362" y="44200"/>
                    <a:pt x="59313" y="41358"/>
                    <a:pt x="79501" y="55170"/>
                  </a:cubicBezTo>
                  <a:cubicBezTo>
                    <a:pt x="87921" y="52859"/>
                    <a:pt x="97058" y="51611"/>
                    <a:pt x="106010" y="51611"/>
                  </a:cubicBezTo>
                  <a:cubicBezTo>
                    <a:pt x="114961" y="51611"/>
                    <a:pt x="124072" y="52859"/>
                    <a:pt x="132519" y="55170"/>
                  </a:cubicBezTo>
                  <a:cubicBezTo>
                    <a:pt x="152680" y="41358"/>
                    <a:pt x="161631" y="44200"/>
                    <a:pt x="161631" y="44200"/>
                  </a:cubicBezTo>
                  <a:cubicBezTo>
                    <a:pt x="167422" y="58863"/>
                    <a:pt x="163756" y="69833"/>
                    <a:pt x="162693" y="72489"/>
                  </a:cubicBezTo>
                  <a:cubicBezTo>
                    <a:pt x="169547" y="79926"/>
                    <a:pt x="173584" y="89462"/>
                    <a:pt x="173584" y="101123"/>
                  </a:cubicBezTo>
                  <a:cubicBezTo>
                    <a:pt x="173584" y="142162"/>
                    <a:pt x="148828" y="151167"/>
                    <a:pt x="125135" y="153823"/>
                  </a:cubicBezTo>
                  <a:cubicBezTo>
                    <a:pt x="128986" y="157170"/>
                    <a:pt x="132333" y="163545"/>
                    <a:pt x="132333" y="173612"/>
                  </a:cubicBezTo>
                  <a:cubicBezTo>
                    <a:pt x="132333" y="187955"/>
                    <a:pt x="132147" y="199430"/>
                    <a:pt x="132147" y="202963"/>
                  </a:cubicBezTo>
                  <a:cubicBezTo>
                    <a:pt x="132147" y="205805"/>
                    <a:pt x="134086" y="209152"/>
                    <a:pt x="139345" y="208090"/>
                  </a:cubicBezTo>
                  <a:cubicBezTo>
                    <a:pt x="181473" y="193958"/>
                    <a:pt x="211834" y="154009"/>
                    <a:pt x="211834" y="106781"/>
                  </a:cubicBezTo>
                  <a:cubicBezTo>
                    <a:pt x="212019" y="47733"/>
                    <a:pt x="164447" y="0"/>
                    <a:pt x="10601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399">
                <a:latin typeface="Mona Sans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576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peaker Card (1)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black and green rectangular object with a white line&#10;&#10;AI-generated content may be incorrect.">
            <a:extLst>
              <a:ext uri="{FF2B5EF4-FFF2-40B4-BE49-F238E27FC236}">
                <a16:creationId xmlns:a16="http://schemas.microsoft.com/office/drawing/2014/main" id="{4F4489C5-E215-8D70-746C-B5582A4FE7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234327" cy="68580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CDD3A83C-C68D-A01C-8D55-A1D1099D7AE2}"/>
              </a:ext>
            </a:extLst>
          </p:cNvPr>
          <p:cNvSpPr/>
          <p:nvPr userDrawn="1"/>
        </p:nvSpPr>
        <p:spPr>
          <a:xfrm>
            <a:off x="2432958" y="5767540"/>
            <a:ext cx="9564624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61125A65-45F8-A471-4B7F-AC11E8E32A7A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2432959" y="5966441"/>
            <a:ext cx="687748" cy="697885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  <a:latin typeface="Mona Sa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FD123D75-A39D-B792-0116-4A67E53B5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33879" y="5966441"/>
            <a:ext cx="8774021" cy="15260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spc="0" baseline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743B97D3-FA80-C7A1-F2B5-14130DB8D13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91" y="6242208"/>
            <a:ext cx="8774021" cy="15260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161DEC9-EF82-CC34-3B8F-865E1635353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225891" y="6517127"/>
            <a:ext cx="8774021" cy="15260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6B8320E-0D81-3983-CB21-EB31547660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432957" y="190499"/>
            <a:ext cx="9566956" cy="5396429"/>
          </a:xfrm>
          <a:prstGeom prst="rect">
            <a:avLst/>
          </a:prstGeom>
        </p:spPr>
        <p:txBody>
          <a:bodyPr lIns="0" tIns="0" rIns="0" bIns="0"/>
          <a:lstStyle>
            <a:lvl1pPr>
              <a:defRPr sz="7198"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130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120">
          <p15:clr>
            <a:srgbClr val="FBAE40"/>
          </p15:clr>
        </p15:guide>
        <p15:guide id="4" pos="119">
          <p15:clr>
            <a:srgbClr val="FBAE40"/>
          </p15:clr>
        </p15:guide>
        <p15:guide id="5" pos="7559">
          <p15:clr>
            <a:srgbClr val="FBAE40"/>
          </p15:clr>
        </p15:guide>
        <p15:guide id="6" orient="horz" pos="420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7.xml"/><Relationship Id="rId40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559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7"/>
    <p:sldLayoutId id="2147483663" r:id="rId8"/>
    <p:sldLayoutId id="2147483781" r:id="rId9"/>
    <p:sldLayoutId id="2147483664" r:id="rId10"/>
    <p:sldLayoutId id="2147483811" r:id="rId24"/>
    <p:sldLayoutId id="2147483812" r:id="rId25"/>
    <p:sldLayoutId id="2147483814" r:id="rId27"/>
    <p:sldLayoutId id="2147483827" r:id="rId40"/>
    <p:sldLayoutId id="2147483673" r:id="rId44"/>
    <p:sldLayoutId id="2147483982" r:id="rId52"/>
  </p:sldLayoutIdLst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Mona-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19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4200" userDrawn="1">
          <p15:clr>
            <a:srgbClr val="F26B43"/>
          </p15:clr>
        </p15:guide>
        <p15:guide id="7" pos="239" userDrawn="1">
          <p15:clr>
            <a:srgbClr val="F26B43"/>
          </p15:clr>
        </p15:guide>
        <p15:guide id="8" orient="horz" pos="264" userDrawn="1">
          <p15:clr>
            <a:srgbClr val="F26B43"/>
          </p15:clr>
        </p15:guide>
        <p15:guide id="9" orient="horz" pos="4056" userDrawn="1">
          <p15:clr>
            <a:srgbClr val="F26B43"/>
          </p15:clr>
        </p15:guide>
        <p15:guide id="10" pos="7439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83C6-997D-48C5-6654-6016D9A7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4B86A2-136B-1A68-29BF-54E683BC239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39405" y="1926886"/>
            <a:ext cx="9566956" cy="2278307"/>
          </a:xfrm>
        </p:spPr>
        <p:txBody>
          <a:bodyPr/>
          <a:lstStyle/>
          <a:p>
            <a:r>
              <a:rPr lang="en-US" sz="7998" dirty="0"/>
              <a:t>GitHub Copilot
Hands-On Workshop</a:t>
            </a:r>
            <a:br>
              <a:rPr lang="en-US" sz="7998" dirty="0"/>
            </a:br>
            <a:endParaRPr lang="en-US" sz="7998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37CD5-B1B7-6B24-4037-7975205D0B7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26" r="726"/>
          <a:stretch/>
        </p:blipFill>
        <p:spPr>
          <a:xfrm>
            <a:off x="2433911" y="5965780"/>
            <a:ext cx="687569" cy="697703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</p:pic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D185CAFD-26E2-BF61-BB7C-2CFF6A661B01}"/>
              </a:ext>
            </a:extLst>
          </p:cNvPr>
          <p:cNvSpPr>
            <a:spLocks noGrp="1"/>
          </p:cNvSpPr>
          <p:nvPr/>
        </p:nvSpPr>
        <p:spPr>
          <a:xfrm>
            <a:off x="3234625" y="5965780"/>
            <a:ext cx="8771736" cy="15256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0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cap="all" spc="0" baseline="0">
                <a:solidFill>
                  <a:schemeClr val="tx1"/>
                </a:solidFill>
                <a:latin typeface="Mona Sans Mono" pitchFamily="2" charset="77"/>
                <a:ea typeface="+mn-ea"/>
                <a:cs typeface="Mona Sans Mono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Abhi Singh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D49788B7-B38E-6E4F-74CA-B6A7EA8FB035}"/>
              </a:ext>
            </a:extLst>
          </p:cNvPr>
          <p:cNvSpPr>
            <a:spLocks noGrp="1"/>
          </p:cNvSpPr>
          <p:nvPr/>
        </p:nvSpPr>
        <p:spPr>
          <a:xfrm>
            <a:off x="3226640" y="6241475"/>
            <a:ext cx="8771736" cy="15256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 defTabSz="91403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2"/>
                </a:solidFill>
                <a:latin typeface="Mona Sans Display" pitchFamily="2" charset="77"/>
                <a:ea typeface="+mn-ea"/>
                <a:cs typeface="Mona Sans Display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Solutions Engineer</a:t>
            </a:r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D1BB1DBD-CA2C-7300-1EEF-C63B40838480}"/>
              </a:ext>
            </a:extLst>
          </p:cNvPr>
          <p:cNvSpPr>
            <a:spLocks noGrp="1"/>
          </p:cNvSpPr>
          <p:nvPr/>
        </p:nvSpPr>
        <p:spPr>
          <a:xfrm>
            <a:off x="3226640" y="6516322"/>
            <a:ext cx="8771736" cy="15256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 defTabSz="91403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2"/>
                </a:solidFill>
                <a:latin typeface="Mona Sans Display" pitchFamily="2" charset="77"/>
                <a:ea typeface="+mn-ea"/>
                <a:cs typeface="Mona Sans Display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18505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59385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Meet your AI pair programmer — and learn to build with 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  <a:p>
            <a:r>
              <a:t>05</a:t>
            </a:r>
          </a:p>
          <a:p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Setup &amp; Basics</a:t>
            </a:r>
          </a:p>
          <a:p>
            <a:r>
              <a:t>Comment-to-Code</a:t>
            </a:r>
          </a:p>
          <a:p>
            <a:r>
              <a:t>Code Completion</a:t>
            </a:r>
          </a:p>
          <a:p>
            <a:r>
              <a:t>Copilot Chat</a:t>
            </a:r>
          </a:p>
          <a:p>
            <a:r>
              <a:t>Real-World Project</a:t>
            </a:r>
          </a:p>
          <a:p>
            <a:r>
              <a:t>Advanced: Agents, Skills &amp; MCP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AI pair programmer, right inside the editor</a:t>
            </a:r>
          </a:p>
          <a:p>
            <a:r>
              <a:t>Real-time, context-aware code completions</a:t>
            </a:r>
          </a:p>
          <a:p>
            <a:r>
              <a:t>Natural-language chat to explain, fix, test and refactor</a:t>
            </a:r>
          </a:p>
          <a:p>
            <a:r>
              <a:t>Agents, skills and MCP to automate multi-step work</a:t>
            </a:r>
          </a:p>
          <a:p>
            <a:r>
              <a:t>Works across VS Code, the CLI, and GitHub.com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GitHub Copilot?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How you'll use it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Three ways to code with Copilot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Completions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Inline suggestions as you type. Accept with Tab, cycle alternatives, and let Next Edit Suggestions jump you to the next change.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Chat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Ask questions and run /explain, /fix and /tests in natural language. Add context with #codebase and #file.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41" sz="quarter"/>
          </p:nvPr>
        </p:nvSpPr>
        <p:spPr/>
      </p:sp>
      <p:sp>
        <p:nvSpPr>
          <p:cNvPr id="10" name="Text Placeholder 9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Agents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Delegate multi-file, multi-step tasks. Agent mode edits files, runs commands and iterates until it works.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idx="44" sz="quarter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55%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faster task completion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of new code written with Copilot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of developers feel more productive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46%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88%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Before you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Copilot license activated</a:t>
            </a:r>
          </a:p>
          <a:p>
            <a:r>
              <a:t>VS Code with the GitHub Copilot extension</a:t>
            </a:r>
          </a:p>
          <a:p>
            <a:r>
              <a:t>Node.js 20+ and Git installed and configured</a:t>
            </a:r>
          </a:p>
          <a:p>
            <a:r>
              <a:t>Clone the repo, then run npm install</a:t>
            </a:r>
          </a:p>
          <a:p>
            <a:r>
              <a:t>Verify the Copilot icon appears in the status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Prerequisites &amp; setup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exercises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Your workshop journey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5" y="1710900"/>
          <a:ext cx="11379580" cy="4327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424"/>
                <a:gridCol w="2048324"/>
                <a:gridCol w="4551832"/>
              </a:tblGrid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Exercise</a:t>
                      </a:r>
                    </a:p>
                  </a:txBody>
                  <a:tcPr marL="137160" marR="91440" marT="45720" marB="45720">
                    <a:solidFill>
                      <a:srgbClr val="0D68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Duration</a:t>
                      </a:r>
                    </a:p>
                  </a:txBody>
                  <a:tcPr marL="137160" marR="91440" marT="45720" marB="45720">
                    <a:solidFill>
                      <a:srgbClr val="0D68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Focus area</a:t>
                      </a:r>
                    </a:p>
                  </a:txBody>
                  <a:tcPr marL="137160" marR="91440" marT="45720" marB="45720">
                    <a:solidFill>
                      <a:srgbClr val="0D6836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1 · Setup &amp; Basics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20 min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Getting familiar with Copilot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2 · Comment-to-Code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30 min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Writing descriptive comments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 · Code Completion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30 min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Understanding Copilot patterns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4 · Copilot Chat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45 min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Using chat features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5 · Real-World Project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60 min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Building a complete application</a:t>
                      </a:r>
                    </a:p>
                  </a:txBody>
                  <a:tcPr marL="137160" marR="91440" marT="45720" marB="45720">
                    <a:solidFill>
                      <a:srgbClr val="EAFBF0"/>
                    </a:solidFill>
                  </a:tcPr>
                </a:tc>
              </a:tr>
              <a:tr h="61823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6 · Advanced (Bonus)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90 min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Custom agents, skills &amp; MCP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Get better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Be specific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Write clear prompts with inputs, outputs, edge cases and constraints. Precise intent beats "fix this code."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Give context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Reference #codebase, #file and #selection. Keep relevant files open and close the noise.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41" sz="quarter"/>
          </p:nvPr>
        </p:nvSpPr>
        <p:spPr/>
      </p:sp>
      <p:sp>
        <p:nvSpPr>
          <p:cNvPr id="10" name="Text Placeholder 9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Review everything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You own what you merge. Read the output, run the tests, and iterate: prompt, review, refine.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idx="44" sz="quarter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The Copilot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Practice it in every exercise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Prompt. Review. Refine. Repeat.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Exercise 6 orchestrates an end-to-end feature with a custom Copilot agent, a reusable skill, and the Playwright MCP server.</a:t>
            </a:r>
          </a:p>
          <a:p>
            <a:r>
              <a:t>Drive the whole loop — plan, implement, verify in a real browser, fix, re-verify — locally in VS Code.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Bonus · Advanced track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 further: agents, skills &amp; MCP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Hub Default Theme_dark version">
  <a:themeElements>
    <a:clrScheme name="2026 GitHub Core Brand">
      <a:dk1>
        <a:srgbClr val="000000"/>
      </a:dk1>
      <a:lt1>
        <a:srgbClr val="FFFFFF"/>
      </a:lt1>
      <a:dk2>
        <a:srgbClr val="B0BAC3"/>
      </a:dk2>
      <a:lt2>
        <a:srgbClr val="20262C"/>
      </a:lt2>
      <a:accent1>
        <a:srgbClr val="BEFFD0"/>
      </a:accent1>
      <a:accent2>
        <a:srgbClr val="8BF1A6"/>
      </a:accent2>
      <a:accent3>
        <a:srgbClr val="5EEC83"/>
      </a:accent3>
      <a:accent4>
        <a:srgbClr val="0EBE3D"/>
      </a:accent4>
      <a:accent5>
        <a:srgbClr val="0D6836"/>
      </a:accent5>
      <a:accent6>
        <a:srgbClr val="09241A"/>
      </a:accent6>
      <a:hlink>
        <a:srgbClr val="2F94FF"/>
      </a:hlink>
      <a:folHlink>
        <a:srgbClr val="B870FF"/>
      </a:folHlink>
    </a:clrScheme>
    <a:fontScheme name="Custom Theme Name">
      <a:majorFont>
        <a:latin typeface="Mona Sans Display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9A3F130A-65AD-2E46-8570-7E422507EE38}" vid="{FACF46E5-347D-A94F-923D-FA6547228A1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ductName xmlns="39208136-c58e-4e30-a1ea-e9b896dfd74b">GitHub Copilot, GitHub Actions, GitHub Advanced Security, GitHub Enterprise Cloud, GHC, GHA, GHAS, GHEC</ProductName>
    <_ip_UnifiedCompliancePolicyUIAction xmlns="http://schemas.microsoft.com/sharepoint/v3" xsi:nil="true"/>
    <Audience xmlns="39208136-c58e-4e30-a1ea-e9b896dfd74b" xsi:nil="true"/>
    <_ip_UnifiedCompliancePolicyProperties xmlns="http://schemas.microsoft.com/sharepoint/v3" xsi:nil="true"/>
    <LastUpdatedDate xmlns="39208136-c58e-4e30-a1ea-e9b896dfd74b" xsi:nil="true"/>
    <Topic xmlns="39208136-c58e-4e30-a1ea-e9b896dfd74b" xsi:nil="true"/>
    <Status xmlns="39208136-c58e-4e30-a1ea-e9b896dfd74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BED04A73EC04F8606832822A6508B" ma:contentTypeVersion="11" ma:contentTypeDescription="Create a new document." ma:contentTypeScope="" ma:versionID="3ede87957b835f638e51dd9dd4d1449d">
  <xsd:schema xmlns:xsd="http://www.w3.org/2001/XMLSchema" xmlns:xs="http://www.w3.org/2001/XMLSchema" xmlns:p="http://schemas.microsoft.com/office/2006/metadata/properties" xmlns:ns1="http://schemas.microsoft.com/sharepoint/v3" xmlns:ns2="39208136-c58e-4e30-a1ea-e9b896dfd74b" targetNamespace="http://schemas.microsoft.com/office/2006/metadata/properties" ma:root="true" ma:fieldsID="d7956be1e318c982bedba1a35c9f1493" ns1:_="" ns2:_="">
    <xsd:import namespace="http://schemas.microsoft.com/sharepoint/v3"/>
    <xsd:import namespace="39208136-c58e-4e30-a1ea-e9b896dfd74b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Topic" minOccurs="0"/>
                <xsd:element ref="ns2:ProductName" minOccurs="0"/>
                <xsd:element ref="ns2:Audience" minOccurs="0"/>
                <xsd:element ref="ns2:LastUpdatedDate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08136-c58e-4e30-a1ea-e9b896dfd74b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opic" ma:index="14" nillable="true" ma:displayName="Topic" ma:format="Dropdown" ma:internalName="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Product"/>
                    <xsd:enumeration value="Internal Announcement"/>
                    <xsd:enumeration value="Company Data"/>
                    <xsd:enumeration value="Brand Guidelines"/>
                  </xsd:restriction>
                </xsd:simpleType>
              </xsd:element>
            </xsd:sequence>
          </xsd:extension>
        </xsd:complexContent>
      </xsd:complexType>
    </xsd:element>
    <xsd:element name="ProductName" ma:index="15" nillable="true" ma:displayName="Product Name" ma:default="GitHub Copilot, GitHub Actions, GitHub Advanced Security, GitHub Enterprise Cloud, GHC, GHA, GHAS, GHEC" ma:format="Dropdown" ma:internalName="ProductName">
      <xsd:simpleType>
        <xsd:restriction base="dms:Text">
          <xsd:maxLength value="255"/>
        </xsd:restriction>
      </xsd:simpleType>
    </xsd:element>
    <xsd:element name="Audience" ma:index="16" nillable="true" ma:displayName="Audience" ma:format="Dropdown" ma:internalName="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xternal"/>
                    <xsd:enumeration value="Internal"/>
                    <xsd:enumeration value="Customer"/>
                  </xsd:restriction>
                </xsd:simpleType>
              </xsd:element>
            </xsd:sequence>
          </xsd:extension>
        </xsd:complexContent>
      </xsd:complexType>
    </xsd:element>
    <xsd:element name="LastUpdatedDate" ma:index="17" nillable="true" ma:displayName="Last Updated Date" ma:format="DateOnly" ma:internalName="LastUpdatedDate">
      <xsd:simpleType>
        <xsd:restriction base="dms:DateTime"/>
      </xsd:simpleType>
    </xsd:element>
    <xsd:element name="Status" ma:index="18" nillable="true" ma:displayName="Status" ma:format="Dropdown" ma:internalName="Status">
      <xsd:simpleType>
        <xsd:restriction base="dms:Choice">
          <xsd:enumeration value="Draft"/>
          <xsd:enumeration value="Approved"/>
          <xsd:enumeration value="Outdate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543426-3F68-4F40-8364-AB61CAE329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539F14-A8E4-4272-8072-DAD8D69DF4E5}">
  <ds:schemaRefs>
    <ds:schemaRef ds:uri="http://purl.org/dc/elements/1.1/"/>
    <ds:schemaRef ds:uri="http://purl.org/dc/dcmitype/"/>
    <ds:schemaRef ds:uri="http://schemas.microsoft.com/office/2006/documentManagement/types"/>
    <ds:schemaRef ds:uri="39208136-c58e-4e30-a1ea-e9b896dfd74b"/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6951A7-F0FD-40B9-9CCF-618617AD5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208136-c58e-4e30-a1ea-e9b896dfd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GitHub Default Theme_dark version</Template>
  <TotalTime>2675</TotalTime>
  <Words>9</Words>
  <Application>Microsoft Macintosh PowerPoint</Application>
  <PresentationFormat>Custom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Mona-Sans</vt:lpstr>
      <vt:lpstr>Mona-Sans Regular</vt:lpstr>
      <vt:lpstr>Aptos</vt:lpstr>
      <vt:lpstr>Arial</vt:lpstr>
      <vt:lpstr>Mona Sans</vt:lpstr>
      <vt:lpstr>Mona Sans Display</vt:lpstr>
      <vt:lpstr>Mona Sans Display Medium</vt:lpstr>
      <vt:lpstr>Mona Sans Mono</vt:lpstr>
      <vt:lpstr>GitHub Default Theme_dark version</vt:lpstr>
      <vt:lpstr>Copilot/AI Theme_dark version</vt:lpstr>
      <vt:lpstr>Security Theme_dark version</vt:lpstr>
      <vt:lpstr>GitHub Default Theme_light version</vt:lpstr>
      <vt:lpstr>Copilot/AI Theme_light version</vt:lpstr>
      <vt:lpstr>Security Theme_light version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Ambily Kavumkal Kamalasanan</dc:creator>
  <cp:keywords/>
  <dc:description/>
  <cp:lastModifiedBy>Abhi Singh</cp:lastModifiedBy>
  <cp:revision>64</cp:revision>
  <dcterms:created xsi:type="dcterms:W3CDTF">2026-05-18T06:43:08Z</dcterms:created>
  <dcterms:modified xsi:type="dcterms:W3CDTF">2026-07-09T13:03:59Z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0x010100575BED04A73EC04F8606832822A6508B</vt:lpwstr>
  </property>
</Properties>
</file>